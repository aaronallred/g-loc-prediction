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XGBoost 10-Fold Cross-Validation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Strong overall discrimination:</a:t>
            </a:r>
            <a:r>
              <a:rPr/>
              <a:t> F1 = </a:t>
            </a:r>
            <a:r>
              <a:rPr b="1"/>
              <a:t>0.976 ? 0.016</a:t>
            </a:r>
            <a:r>
              <a:rPr/>
              <a:t> and G-mean = </a:t>
            </a:r>
            <a:r>
              <a:rPr b="1"/>
              <a:t>0.995 ? 0.008</a:t>
            </a:r>
            <a:r>
              <a:rPr/>
              <a:t>.</a:t>
            </a:r>
          </a:p>
          <a:p>
            <a:pPr lvl="0"/>
            <a:r>
              <a:rPr b="1"/>
              <a:t>High event detection:</a:t>
            </a:r>
            <a:r>
              <a:rPr/>
              <a:t> Recall = </a:t>
            </a:r>
            <a:r>
              <a:rPr b="1"/>
              <a:t>0.991 ? 0.015</a:t>
            </a:r>
            <a:r>
              <a:rPr/>
              <a:t>; the model identified nearly all positive events.</a:t>
            </a:r>
          </a:p>
          <a:p>
            <a:pPr lvl="0"/>
            <a:r>
              <a:rPr b="1"/>
              <a:t>Very few false positives:</a:t>
            </a:r>
            <a:r>
              <a:rPr/>
              <a:t> Specificity = </a:t>
            </a:r>
            <a:r>
              <a:rPr b="1"/>
              <a:t>0.999 ? 0.001</a:t>
            </a:r>
            <a:r>
              <a:rPr/>
              <a:t> and precision = </a:t>
            </a:r>
            <a:r>
              <a:rPr b="1"/>
              <a:t>0.962 ? 0.023</a:t>
            </a:r>
            <a:r>
              <a:rPr/>
              <a:t>.</a:t>
            </a:r>
          </a:p>
          <a:p>
            <a:pPr lvl="0"/>
            <a:r>
              <a:rPr b="1"/>
              <a:t>Stable across folds:</a:t>
            </a:r>
            <a:r>
              <a:rPr/>
              <a:t> Accuracy = </a:t>
            </a:r>
            <a:r>
              <a:rPr b="1"/>
              <a:t>0.999 ? 0.001</a:t>
            </a:r>
            <a:r>
              <a:rPr/>
              <a:t>; F1 ranged from </a:t>
            </a:r>
            <a:r>
              <a:rPr b="1"/>
              <a:t>0.941 to 1.000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Takeaway:</a:t>
            </a:r>
            <a:r>
              <a:rPr/>
              <a:t> XGBoost achieved consistently high performance across all ten folds, balancing sensitivity and specificity. Precision showed the most variability and remains the main opportunity for improvement.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2026-07-27T21:28:22Z</dcterms:created>
  <dcterms:modified xsi:type="dcterms:W3CDTF">2026-07-27T21:28:22Z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